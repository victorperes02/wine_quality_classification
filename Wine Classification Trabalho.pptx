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2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4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1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6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4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4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9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537C57-C540-C2AC-89ED-671344676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11019513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Wine Quality Classification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30E1B-3ED5-ED76-C7B8-6C7752AF8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2212848"/>
            <a:ext cx="11019514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João Victor dos Santos Peres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Jessica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William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Fernanda</a:t>
            </a:r>
          </a:p>
        </p:txBody>
      </p:sp>
    </p:spTree>
    <p:extLst>
      <p:ext uri="{BB962C8B-B14F-4D97-AF65-F5344CB8AC3E}">
        <p14:creationId xmlns:p14="http://schemas.microsoft.com/office/powerpoint/2010/main" val="365313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49A374-20F5-800D-78A5-49A468C4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31" y="734108"/>
            <a:ext cx="8278891" cy="1323867"/>
          </a:xfrm>
        </p:spPr>
        <p:txBody>
          <a:bodyPr anchor="b">
            <a:normAutofit/>
          </a:bodyPr>
          <a:lstStyle/>
          <a:p>
            <a:r>
              <a:rPr lang="pt-BR" dirty="0"/>
              <a:t>Topicos de discussão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45E943-4F20-6277-2B7C-59564422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231" y="2429099"/>
            <a:ext cx="8278892" cy="327342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400" dirty="0"/>
              <a:t>Declarassão do problema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Descrição do Dataset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Exploratory Data Analysis (EDA)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Tratamento de dados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Modelos Escolhidos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Desenvolvimento de modelos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Avaliação dos modelos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Rastreamento dos Testes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Ferramentas e tecnologias</a:t>
            </a:r>
          </a:p>
        </p:txBody>
      </p:sp>
    </p:spTree>
    <p:extLst>
      <p:ext uri="{BB962C8B-B14F-4D97-AF65-F5344CB8AC3E}">
        <p14:creationId xmlns:p14="http://schemas.microsoft.com/office/powerpoint/2010/main" val="359380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0BD211-43F9-AC2A-464E-74B414C6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pt-BR" dirty="0"/>
              <a:t>Declaração do problema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C1BF7A-C8FF-0CFA-A07B-2B24F175E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/>
              <a:t>	O objetivo deste projeto é utilizar características químicas dos vinhos para prever sua qualidade. </a:t>
            </a:r>
            <a:br>
              <a:rPr lang="pt-BR"/>
            </a:br>
            <a:r>
              <a:rPr lang="pt-BR"/>
              <a:t>	O principal desafio está no desbalanceamento das classes, com predominância de vinhos de qualidade intermediária e poucas amostras de vinhos de alta ou baixa qualidade. </a:t>
            </a:r>
            <a:br>
              <a:rPr lang="pt-BR"/>
            </a:br>
            <a:r>
              <a:rPr lang="pt-BR"/>
              <a:t>	Além disso, o conjunto de dados possui um número limitado de registros, exigindo uma análise cuidadosa e a escolha de modelos adequados para obter boas previsões.</a:t>
            </a:r>
          </a:p>
        </p:txBody>
      </p:sp>
    </p:spTree>
    <p:extLst>
      <p:ext uri="{BB962C8B-B14F-4D97-AF65-F5344CB8AC3E}">
        <p14:creationId xmlns:p14="http://schemas.microsoft.com/office/powerpoint/2010/main" val="562424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2D3133-ED19-EAD7-24CE-0C400484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Dataset Utiliado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E4DF7F6-8864-6E84-2F43-AB46976C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1" y="1212692"/>
            <a:ext cx="8728363" cy="4187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/>
              <a:t>Data Source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BF6748-B9CA-1E65-B01E-0E415180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47" y="1782115"/>
            <a:ext cx="591910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5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5BC3EE9-C304-14AC-8DC7-9AEDE1805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pt-BR" sz="1800"/>
              <a:t>O gráfico de contagem de todo o conjunto de dados com base na qualidade do vinho é mostrado ao lado.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95CAE8-6387-E9D4-E9EB-54A7BAA1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473344"/>
            <a:ext cx="5837780" cy="391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1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DD4AFF6-07BA-0A5D-F10B-2240EB8A3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pt-BR" sz="1800"/>
              <a:t>Matrix de Correlação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113A6E-E267-C2BA-3296-035D4BF2C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144967"/>
            <a:ext cx="6766541" cy="529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7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8C0BAD4-4F25-73DF-BB8D-9AAE5B5AC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58" y="2212848"/>
            <a:ext cx="5237577" cy="4096512"/>
          </a:xfrm>
        </p:spPr>
        <p:txBody>
          <a:bodyPr>
            <a:normAutofit/>
          </a:bodyPr>
          <a:lstStyle/>
          <a:p>
            <a:r>
              <a:rPr lang="pt-BR" sz="1800"/>
              <a:t>Distribuição das características com maior correlação com o alvo, visualizada em relação à ‘qualidade’.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EEAB077-4301-F014-70D5-E52198DF6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58" y="419362"/>
            <a:ext cx="4257411" cy="28950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F4AC1C6-441B-6ED5-9BE0-4BB4A3E7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0"/>
          <a:stretch/>
        </p:blipFill>
        <p:spPr>
          <a:xfrm>
            <a:off x="6834858" y="3542235"/>
            <a:ext cx="4226839" cy="28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7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BE6E27-7263-D9C0-645A-F38490B78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8C70CB1-328F-4B56-9662-FDF63D47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endParaRPr lang="pt-BR" sz="18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5CD766-C9A9-F654-B2D3-B12F2ECB1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217940"/>
            <a:ext cx="5837780" cy="442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0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44DF4-B477-5DA7-0D9F-195AB401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12D51F3-6C69-E55B-C71A-3B00D1102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901" y="1843182"/>
            <a:ext cx="8304029" cy="4592637"/>
          </a:xfrm>
        </p:spPr>
      </p:pic>
    </p:spTree>
    <p:extLst>
      <p:ext uri="{BB962C8B-B14F-4D97-AF65-F5344CB8AC3E}">
        <p14:creationId xmlns:p14="http://schemas.microsoft.com/office/powerpoint/2010/main" val="320900383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167</Words>
  <Application>Microsoft Office PowerPoint</Application>
  <PresentationFormat>Ecrã Panorâmico</PresentationFormat>
  <Paragraphs>22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Wine Quality Classification</vt:lpstr>
      <vt:lpstr>Topicos de discussão</vt:lpstr>
      <vt:lpstr>Declaração do problema</vt:lpstr>
      <vt:lpstr>Dataset Utiliado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VICTOR DOS SANTOS PERES</dc:creator>
  <cp:lastModifiedBy>JOÃO VICTOR DOS SANTOS PERES</cp:lastModifiedBy>
  <cp:revision>6</cp:revision>
  <dcterms:created xsi:type="dcterms:W3CDTF">2026-06-11T21:11:50Z</dcterms:created>
  <dcterms:modified xsi:type="dcterms:W3CDTF">2026-07-06T22:47:47Z</dcterms:modified>
</cp:coreProperties>
</file>