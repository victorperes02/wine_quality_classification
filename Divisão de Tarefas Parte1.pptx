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8" autoAdjust="0"/>
    <p:restoredTop sz="94660"/>
  </p:normalViewPr>
  <p:slideViewPr>
    <p:cSldViewPr snapToGrid="0">
      <p:cViewPr>
        <p:scale>
          <a:sx n="125" d="100"/>
          <a:sy n="125" d="100"/>
        </p:scale>
        <p:origin x="90" y="-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2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47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43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14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6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43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03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35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4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013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3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90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471AA3A-76E4-C291-C3EF-AD1D144B8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Divisão de Tarefas Parte1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B8BACE-0738-1C27-1625-5ABCA94A09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307" y="2103552"/>
            <a:ext cx="2869693" cy="4347972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algn="l">
              <a:lnSpc>
                <a:spcPct val="110000"/>
              </a:lnSpc>
            </a:pPr>
            <a:r>
              <a:rPr lang="en-US" sz="4000" dirty="0"/>
              <a:t>1º</a:t>
            </a:r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Criar</a:t>
            </a:r>
            <a:r>
              <a:rPr lang="en-US" sz="4000" dirty="0"/>
              <a:t> o </a:t>
            </a:r>
            <a:r>
              <a:rPr lang="en-US" sz="4000" dirty="0" err="1"/>
              <a:t>repositório</a:t>
            </a:r>
            <a:r>
              <a:rPr lang="en-US" sz="4000" dirty="0"/>
              <a:t> no GitHub</a:t>
            </a:r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Organizar</a:t>
            </a:r>
            <a:r>
              <a:rPr lang="en-US" sz="4000" dirty="0"/>
              <a:t> a </a:t>
            </a:r>
            <a:r>
              <a:rPr lang="en-US" sz="4000" dirty="0" err="1"/>
              <a:t>estrutura</a:t>
            </a:r>
            <a:r>
              <a:rPr lang="en-US" sz="4000" dirty="0"/>
              <a:t> das pastas</a:t>
            </a:r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Consolidar</a:t>
            </a:r>
            <a:r>
              <a:rPr lang="en-US" sz="4000" dirty="0"/>
              <a:t> o </a:t>
            </a:r>
            <a:r>
              <a:rPr lang="en-US" sz="4000" dirty="0" err="1"/>
              <a:t>trabalho</a:t>
            </a:r>
            <a:r>
              <a:rPr lang="en-US" sz="4000" dirty="0"/>
              <a:t> dos </a:t>
            </a:r>
            <a:r>
              <a:rPr lang="en-US" sz="4000" dirty="0" err="1"/>
              <a:t>demais</a:t>
            </a:r>
            <a:endParaRPr lang="en-US" sz="4000" dirty="0"/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Escrever</a:t>
            </a:r>
            <a:r>
              <a:rPr lang="en-US" sz="4000" dirty="0"/>
              <a:t> README.md</a:t>
            </a:r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Garantir</a:t>
            </a:r>
            <a:r>
              <a:rPr lang="en-US" sz="4000" dirty="0"/>
              <a:t> que </a:t>
            </a:r>
            <a:r>
              <a:rPr lang="en-US" sz="4000" dirty="0" err="1"/>
              <a:t>tudo</a:t>
            </a:r>
            <a:r>
              <a:rPr lang="en-US" sz="4000" dirty="0"/>
              <a:t> </a:t>
            </a:r>
            <a:r>
              <a:rPr lang="en-US" sz="4000" dirty="0" err="1"/>
              <a:t>funcione</a:t>
            </a:r>
            <a:r>
              <a:rPr lang="en-US" sz="4000" dirty="0"/>
              <a:t> junto</a:t>
            </a:r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Entrega:Repositório</a:t>
            </a:r>
            <a:r>
              <a:rPr lang="en-US" sz="4000" dirty="0"/>
              <a:t> </a:t>
            </a:r>
            <a:r>
              <a:rPr lang="en-US" sz="4000" dirty="0" err="1"/>
              <a:t>organizado</a:t>
            </a:r>
            <a:endParaRPr lang="en-US" sz="4000" dirty="0"/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Documentação</a:t>
            </a:r>
            <a:r>
              <a:rPr lang="en-US" sz="4000" dirty="0"/>
              <a:t> do </a:t>
            </a:r>
            <a:r>
              <a:rPr lang="en-US" sz="4000" dirty="0" err="1"/>
              <a:t>projeto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2º  </a:t>
            </a:r>
            <a:r>
              <a:rPr lang="en-US" sz="4000" dirty="0" err="1"/>
              <a:t>Baixar</a:t>
            </a:r>
            <a:r>
              <a:rPr lang="en-US" sz="4000" dirty="0"/>
              <a:t> o dataset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Investigar a distribuição das variáveis.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● Identificar correlações entre as variáveis e justificar cada uma delas.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● Detectar possíveis outliers ou valores inconsistentes.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Explicar</a:t>
            </a:r>
            <a:r>
              <a:rPr lang="en-US" sz="4000" dirty="0"/>
              <a:t> o </a:t>
            </a:r>
            <a:r>
              <a:rPr lang="en-US" sz="4000" dirty="0" err="1"/>
              <a:t>significado</a:t>
            </a:r>
            <a:r>
              <a:rPr lang="en-US" sz="4000" dirty="0"/>
              <a:t> das </a:t>
            </a:r>
            <a:r>
              <a:rPr lang="en-US" sz="4000" dirty="0" err="1"/>
              <a:t>variáveis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Criar</a:t>
            </a:r>
            <a:r>
              <a:rPr lang="en-US" sz="4000" dirty="0"/>
              <a:t> a </a:t>
            </a:r>
            <a:r>
              <a:rPr lang="en-US" sz="4000" dirty="0" err="1"/>
              <a:t>variável</a:t>
            </a:r>
            <a:r>
              <a:rPr lang="en-US" sz="4000" dirty="0"/>
              <a:t> </a:t>
            </a:r>
            <a:r>
              <a:rPr lang="en-US" sz="4000" dirty="0" err="1"/>
              <a:t>binária</a:t>
            </a:r>
            <a:r>
              <a:rPr lang="en-US" sz="4000" dirty="0"/>
              <a:t> (</a:t>
            </a:r>
            <a:r>
              <a:rPr lang="en-US" sz="4000" dirty="0" err="1"/>
              <a:t>qualidade</a:t>
            </a:r>
            <a:r>
              <a:rPr lang="en-US" sz="4000" dirty="0"/>
              <a:t> &gt;= 7)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Verificar</a:t>
            </a:r>
            <a:r>
              <a:rPr lang="en-US" sz="4000" dirty="0"/>
              <a:t> </a:t>
            </a:r>
            <a:r>
              <a:rPr lang="en-US" sz="4000" dirty="0" err="1"/>
              <a:t>valores</a:t>
            </a:r>
            <a:r>
              <a:rPr lang="en-US" sz="4000" dirty="0"/>
              <a:t> </a:t>
            </a:r>
            <a:r>
              <a:rPr lang="en-US" sz="4000" dirty="0" err="1"/>
              <a:t>nulos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Fazer </a:t>
            </a:r>
            <a:r>
              <a:rPr lang="en-US" sz="4000" dirty="0" err="1"/>
              <a:t>limpeza</a:t>
            </a:r>
            <a:r>
              <a:rPr lang="en-US" sz="4000" dirty="0"/>
              <a:t> </a:t>
            </a:r>
            <a:r>
              <a:rPr lang="en-US" sz="4000" dirty="0" err="1"/>
              <a:t>inicial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Entrega:Dataset</a:t>
            </a:r>
            <a:r>
              <a:rPr lang="en-US" sz="4000" dirty="0"/>
              <a:t> pronto para </a:t>
            </a:r>
            <a:r>
              <a:rPr lang="en-US" sz="4000" dirty="0" err="1"/>
              <a:t>análise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Texto</a:t>
            </a:r>
            <a:r>
              <a:rPr lang="en-US" sz="4000" dirty="0"/>
              <a:t> </a:t>
            </a:r>
            <a:r>
              <a:rPr lang="en-US" sz="4000" dirty="0" err="1"/>
              <a:t>explicando</a:t>
            </a:r>
            <a:r>
              <a:rPr lang="en-US" sz="4000" dirty="0"/>
              <a:t> o </a:t>
            </a:r>
            <a:r>
              <a:rPr lang="en-US" sz="4000" dirty="0" err="1"/>
              <a:t>problema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6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6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600" dirty="0"/>
              <a:t>´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910C8F32-53AC-5837-DB81-0CD2C0499759}"/>
              </a:ext>
            </a:extLst>
          </p:cNvPr>
          <p:cNvSpPr txBox="1">
            <a:spLocks/>
          </p:cNvSpPr>
          <p:nvPr/>
        </p:nvSpPr>
        <p:spPr>
          <a:xfrm>
            <a:off x="3988307" y="2050212"/>
            <a:ext cx="2869693" cy="4347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sz="4000" dirty="0"/>
              <a:t>1º</a:t>
            </a:r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Criar</a:t>
            </a:r>
            <a:r>
              <a:rPr lang="en-US" sz="4000" dirty="0"/>
              <a:t> o </a:t>
            </a:r>
            <a:r>
              <a:rPr lang="en-US" sz="4000" dirty="0" err="1"/>
              <a:t>repositório</a:t>
            </a:r>
            <a:r>
              <a:rPr lang="en-US" sz="4000" dirty="0"/>
              <a:t> no GitHub</a:t>
            </a:r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Organizar</a:t>
            </a:r>
            <a:r>
              <a:rPr lang="en-US" sz="4000" dirty="0"/>
              <a:t> a </a:t>
            </a:r>
            <a:r>
              <a:rPr lang="en-US" sz="4000" dirty="0" err="1"/>
              <a:t>estrutura</a:t>
            </a:r>
            <a:r>
              <a:rPr lang="en-US" sz="4000" dirty="0"/>
              <a:t> das pastas</a:t>
            </a:r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Consolidar</a:t>
            </a:r>
            <a:r>
              <a:rPr lang="en-US" sz="4000" dirty="0"/>
              <a:t> o </a:t>
            </a:r>
            <a:r>
              <a:rPr lang="en-US" sz="4000" dirty="0" err="1"/>
              <a:t>trabalho</a:t>
            </a:r>
            <a:r>
              <a:rPr lang="en-US" sz="4000" dirty="0"/>
              <a:t> dos </a:t>
            </a:r>
            <a:r>
              <a:rPr lang="en-US" sz="4000" dirty="0" err="1"/>
              <a:t>demais</a:t>
            </a:r>
            <a:endParaRPr lang="en-US" sz="4000" dirty="0"/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Escrever</a:t>
            </a:r>
            <a:r>
              <a:rPr lang="en-US" sz="4000" dirty="0"/>
              <a:t> README.md</a:t>
            </a:r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Garantir</a:t>
            </a:r>
            <a:r>
              <a:rPr lang="en-US" sz="4000" dirty="0"/>
              <a:t> que </a:t>
            </a:r>
            <a:r>
              <a:rPr lang="en-US" sz="4000" dirty="0" err="1"/>
              <a:t>tudo</a:t>
            </a:r>
            <a:r>
              <a:rPr lang="en-US" sz="4000" dirty="0"/>
              <a:t> </a:t>
            </a:r>
            <a:r>
              <a:rPr lang="en-US" sz="4000" dirty="0" err="1"/>
              <a:t>funcione</a:t>
            </a:r>
            <a:r>
              <a:rPr lang="en-US" sz="4000" dirty="0"/>
              <a:t> junto</a:t>
            </a:r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Entrega:Repositório</a:t>
            </a:r>
            <a:r>
              <a:rPr lang="en-US" sz="4000" dirty="0"/>
              <a:t> </a:t>
            </a:r>
            <a:r>
              <a:rPr lang="en-US" sz="4000" dirty="0" err="1"/>
              <a:t>organizado</a:t>
            </a:r>
            <a:endParaRPr lang="en-US" sz="4000" dirty="0"/>
          </a:p>
          <a:p>
            <a:pPr marL="171450" indent="-17145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Documentação</a:t>
            </a:r>
            <a:r>
              <a:rPr lang="en-US" sz="4000" dirty="0"/>
              <a:t> do </a:t>
            </a:r>
            <a:r>
              <a:rPr lang="en-US" sz="4000" dirty="0" err="1"/>
              <a:t>projeto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2º  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Baixar</a:t>
            </a:r>
            <a:r>
              <a:rPr lang="en-US" sz="4000" dirty="0"/>
              <a:t> o dataset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Explicar</a:t>
            </a:r>
            <a:r>
              <a:rPr lang="en-US" sz="4000" dirty="0"/>
              <a:t> o </a:t>
            </a:r>
            <a:r>
              <a:rPr lang="en-US" sz="4000" dirty="0" err="1"/>
              <a:t>significado</a:t>
            </a:r>
            <a:r>
              <a:rPr lang="en-US" sz="4000" dirty="0"/>
              <a:t> das </a:t>
            </a:r>
            <a:r>
              <a:rPr lang="en-US" sz="4000" dirty="0" err="1"/>
              <a:t>variáveis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Criar</a:t>
            </a:r>
            <a:r>
              <a:rPr lang="en-US" sz="4000" dirty="0"/>
              <a:t> a </a:t>
            </a:r>
            <a:r>
              <a:rPr lang="en-US" sz="4000" dirty="0" err="1"/>
              <a:t>variável</a:t>
            </a:r>
            <a:r>
              <a:rPr lang="en-US" sz="4000" dirty="0"/>
              <a:t> </a:t>
            </a:r>
            <a:r>
              <a:rPr lang="en-US" sz="4000" dirty="0" err="1"/>
              <a:t>binária</a:t>
            </a:r>
            <a:r>
              <a:rPr lang="en-US" sz="4000" dirty="0"/>
              <a:t> (</a:t>
            </a:r>
            <a:r>
              <a:rPr lang="en-US" sz="4000" dirty="0" err="1"/>
              <a:t>qualidade</a:t>
            </a:r>
            <a:r>
              <a:rPr lang="en-US" sz="4000" dirty="0"/>
              <a:t> &gt;= 7)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Verificar</a:t>
            </a:r>
            <a:r>
              <a:rPr lang="en-US" sz="4000" dirty="0"/>
              <a:t> </a:t>
            </a:r>
            <a:r>
              <a:rPr lang="en-US" sz="4000" dirty="0" err="1"/>
              <a:t>valores</a:t>
            </a:r>
            <a:r>
              <a:rPr lang="en-US" sz="4000" dirty="0"/>
              <a:t> </a:t>
            </a:r>
            <a:r>
              <a:rPr lang="en-US" sz="4000" dirty="0" err="1"/>
              <a:t>nulos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/>
              <a:t>Fazer </a:t>
            </a:r>
            <a:r>
              <a:rPr lang="en-US" sz="4000" dirty="0" err="1"/>
              <a:t>limpeza</a:t>
            </a:r>
            <a:r>
              <a:rPr lang="en-US" sz="4000" dirty="0"/>
              <a:t> </a:t>
            </a:r>
            <a:r>
              <a:rPr lang="en-US" sz="4000" dirty="0" err="1"/>
              <a:t>inicial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Entrega:Dataset</a:t>
            </a:r>
            <a:r>
              <a:rPr lang="en-US" sz="4000" dirty="0"/>
              <a:t> pronto para </a:t>
            </a:r>
            <a:r>
              <a:rPr lang="en-US" sz="4000" dirty="0" err="1"/>
              <a:t>análise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 err="1"/>
              <a:t>Texto</a:t>
            </a:r>
            <a:r>
              <a:rPr lang="en-US" sz="4000" dirty="0"/>
              <a:t> </a:t>
            </a:r>
            <a:r>
              <a:rPr lang="en-US" sz="4000" dirty="0" err="1"/>
              <a:t>explicando</a:t>
            </a:r>
            <a:r>
              <a:rPr lang="en-US" sz="4000" dirty="0"/>
              <a:t> o </a:t>
            </a:r>
            <a:r>
              <a:rPr lang="en-US" sz="4000" dirty="0" err="1"/>
              <a:t>problema</a:t>
            </a: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6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6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600" dirty="0"/>
              <a:t>´</a:t>
            </a:r>
          </a:p>
        </p:txBody>
      </p:sp>
    </p:spTree>
    <p:extLst>
      <p:ext uri="{BB962C8B-B14F-4D97-AF65-F5344CB8AC3E}">
        <p14:creationId xmlns:p14="http://schemas.microsoft.com/office/powerpoint/2010/main" val="336273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222C21-3D0E-EFB9-CAC6-92B89C97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3910C71-6C7E-BB9A-6CF4-38B1D4537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3D78E8-5245-0C21-807C-CB94C840A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Divisão de Tarefas Parte1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0EC47C-2428-3A7A-C059-BE582012BE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307" y="2103552"/>
            <a:ext cx="2869693" cy="4347972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110000"/>
              </a:lnSpc>
            </a:pPr>
            <a:r>
              <a:rPr lang="pt-BR" sz="1400" dirty="0"/>
              <a:t>Vamos fazer um app modularizado separado em pastas assim fica mais facil de usar e editar</a:t>
            </a:r>
          </a:p>
          <a:p>
            <a:pPr algn="l">
              <a:lnSpc>
                <a:spcPct val="110000"/>
              </a:lnSpc>
            </a:pPr>
            <a:endParaRPr lang="en-US" sz="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EB9D1A37-279C-4812-C705-3669F5C682F4}"/>
              </a:ext>
            </a:extLst>
          </p:cNvPr>
          <p:cNvSpPr txBox="1">
            <a:spLocks/>
          </p:cNvSpPr>
          <p:nvPr/>
        </p:nvSpPr>
        <p:spPr>
          <a:xfrm>
            <a:off x="3988307" y="2050212"/>
            <a:ext cx="2869693" cy="4347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pt-BR" sz="4000" dirty="0"/>
              <a:t>3. Pré-processamento de Dados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Tratamento de dados faltantes (se houver).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Normalização ou padronização de variáveis numéricas. 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Criação de novas features (feature engineering), se considerado relevante.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4000" dirty="0"/>
          </a:p>
          <a:p>
            <a:pPr algn="l">
              <a:lnSpc>
                <a:spcPct val="110000"/>
              </a:lnSpc>
            </a:pPr>
            <a:r>
              <a:rPr lang="pt-BR" sz="4000" dirty="0"/>
              <a:t>4. Desenvolvimento de Modelos Treinar pelo menos dois modelos de classificação, e comparar o desempenho entre eles.</a:t>
            </a:r>
          </a:p>
          <a:p>
            <a:pPr algn="l">
              <a:lnSpc>
                <a:spcPct val="110000"/>
              </a:lnSpc>
            </a:pPr>
            <a:r>
              <a:rPr lang="pt-BR" sz="4000" dirty="0"/>
              <a:t>Entender e escolher dois modelos</a:t>
            </a:r>
          </a:p>
          <a:p>
            <a:pPr algn="l">
              <a:lnSpc>
                <a:spcPct val="110000"/>
              </a:lnSpc>
            </a:pPr>
            <a:r>
              <a:rPr lang="pt-BR" sz="4000" dirty="0"/>
              <a:t>Avaliar os modelos utilizando métricas adequadas. Também deve ser realizada uma comparação entre os modelos testados</a:t>
            </a:r>
          </a:p>
          <a:p>
            <a:pPr algn="l">
              <a:lnSpc>
                <a:spcPct val="110000"/>
              </a:lnSpc>
            </a:pP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6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6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600" dirty="0"/>
              <a:t>´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F8EC9D0B-0803-6653-E4B9-C156B6ACA613}"/>
              </a:ext>
            </a:extLst>
          </p:cNvPr>
          <p:cNvSpPr txBox="1">
            <a:spLocks/>
          </p:cNvSpPr>
          <p:nvPr/>
        </p:nvSpPr>
        <p:spPr>
          <a:xfrm>
            <a:off x="7206995" y="2050212"/>
            <a:ext cx="2816352" cy="1378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pt-BR" sz="4000" dirty="0"/>
              <a:t>6. Interpretação dos Resultados ● Identificar quais variáveis parecem ter maior influência na qualidade do vinho. ● Discutir possíveis implicações para o processo de produção</a:t>
            </a:r>
            <a:r>
              <a:rPr lang="en-US" sz="600" dirty="0"/>
              <a:t>´</a:t>
            </a:r>
          </a:p>
        </p:txBody>
      </p:sp>
    </p:spTree>
    <p:extLst>
      <p:ext uri="{BB962C8B-B14F-4D97-AF65-F5344CB8AC3E}">
        <p14:creationId xmlns:p14="http://schemas.microsoft.com/office/powerpoint/2010/main" val="155107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C8CDC-C29A-3FD1-47C8-3233AEEF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38B34DE-0589-2E60-05F3-0C3228FEA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82EE33-89E9-0B21-123A-12D5F0E222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600074"/>
            <a:ext cx="6035040" cy="15299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Divisão de Tarefas Parte1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BFF889-6D2D-9768-E352-8466161B4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9307" y="2103552"/>
            <a:ext cx="2869693" cy="4347972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algn="l">
              <a:lnSpc>
                <a:spcPct val="110000"/>
              </a:lnSpc>
            </a:pPr>
            <a:r>
              <a:rPr lang="en-US" sz="4000" dirty="0"/>
              <a:t>1. </a:t>
            </a:r>
            <a:r>
              <a:rPr lang="pt-BR" sz="4000" dirty="0"/>
              <a:t>Compreensão do Problema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Interpretar o contexto do problema.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Definir claramente a variável alvo.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Realizar a transformação da variável de qualidade em classificação binária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pt-BR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4000" dirty="0"/>
          </a:p>
          <a:p>
            <a:pPr algn="l">
              <a:lnSpc>
                <a:spcPct val="110000"/>
              </a:lnSpc>
            </a:pPr>
            <a:r>
              <a:rPr lang="pt-BR" sz="4000" dirty="0"/>
              <a:t>2. Análise Exploratória de Dados (EDA)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Investigar a distribuição das variáveis.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Identificar correlações entre as variáveis e justificar cada uma delas.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Detectar possíveis outliers ou valores inconsistentes. 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Analisar o balanceamento das classes</a:t>
            </a:r>
            <a:endParaRPr lang="en-US" sz="600" dirty="0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6577FC11-CE07-1517-A71B-0792C2A6939C}"/>
              </a:ext>
            </a:extLst>
          </p:cNvPr>
          <p:cNvSpPr txBox="1">
            <a:spLocks/>
          </p:cNvSpPr>
          <p:nvPr/>
        </p:nvSpPr>
        <p:spPr>
          <a:xfrm>
            <a:off x="3988307" y="2050212"/>
            <a:ext cx="2869693" cy="4347972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pt-BR" sz="4000" dirty="0"/>
              <a:t>3. Pré-processamento de Dados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Tratamento de dados faltantes (se houver).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Normalização ou padronização de variáveis numéricas. 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pt-BR" sz="4000" dirty="0"/>
              <a:t>Criação de novas features (feature engineering), se considerado relevante.</a:t>
            </a:r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4000" dirty="0"/>
          </a:p>
          <a:p>
            <a:pPr algn="l">
              <a:lnSpc>
                <a:spcPct val="110000"/>
              </a:lnSpc>
            </a:pPr>
            <a:r>
              <a:rPr lang="pt-BR" sz="4000" dirty="0"/>
              <a:t>4. Desenvolvimento de Modelos Treinar pelo menos dois modelos de classificação, e comparar o desempenho entre eles.</a:t>
            </a:r>
          </a:p>
          <a:p>
            <a:pPr algn="l">
              <a:lnSpc>
                <a:spcPct val="110000"/>
              </a:lnSpc>
            </a:pPr>
            <a:r>
              <a:rPr lang="pt-BR" sz="4000" dirty="0"/>
              <a:t>Entender e escolher dois modelos</a:t>
            </a:r>
          </a:p>
          <a:p>
            <a:pPr algn="l">
              <a:lnSpc>
                <a:spcPct val="110000"/>
              </a:lnSpc>
            </a:pPr>
            <a:r>
              <a:rPr lang="pt-BR" sz="4000" dirty="0"/>
              <a:t>Avaliar os modelos utilizando métricas adequadas. Também deve ser realizada uma comparação entre os modelos testados</a:t>
            </a:r>
          </a:p>
          <a:p>
            <a:pPr algn="l">
              <a:lnSpc>
                <a:spcPct val="110000"/>
              </a:lnSpc>
            </a:pPr>
            <a:endParaRPr lang="en-US" sz="40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6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600" dirty="0"/>
          </a:p>
          <a:p>
            <a:pPr indent="-228600" algn="l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600" dirty="0"/>
              <a:t>´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88BE24B-5901-4668-5AFE-651D825C7E3C}"/>
              </a:ext>
            </a:extLst>
          </p:cNvPr>
          <p:cNvSpPr txBox="1">
            <a:spLocks/>
          </p:cNvSpPr>
          <p:nvPr/>
        </p:nvSpPr>
        <p:spPr>
          <a:xfrm>
            <a:off x="7206995" y="2050212"/>
            <a:ext cx="2816352" cy="1378788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pt-BR" sz="4000" dirty="0"/>
              <a:t>6. Interpretação dos Resultados ● Identificar quais variáveis parecem ter maior influência na qualidade do vinho. ● Discutir possíveis implicações para o processo de produção</a:t>
            </a:r>
            <a:r>
              <a:rPr lang="en-US" sz="600" dirty="0"/>
              <a:t>´</a:t>
            </a:r>
          </a:p>
        </p:txBody>
      </p:sp>
    </p:spTree>
    <p:extLst>
      <p:ext uri="{BB962C8B-B14F-4D97-AF65-F5344CB8AC3E}">
        <p14:creationId xmlns:p14="http://schemas.microsoft.com/office/powerpoint/2010/main" val="427178737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459</Words>
  <Application>Microsoft Office PowerPoint</Application>
  <PresentationFormat>Ecrã Panorâmico</PresentationFormat>
  <Paragraphs>85</Paragraphs>
  <Slides>3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VanillaVTI</vt:lpstr>
      <vt:lpstr>Divisão de Tarefas Parte1</vt:lpstr>
      <vt:lpstr>Divisão de Tarefas Parte1</vt:lpstr>
      <vt:lpstr>Divisão de Tarefas Parte1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VICTOR DOS SANTOS PERES</dc:creator>
  <cp:lastModifiedBy>JOÃO VICTOR DOS SANTOS PERES</cp:lastModifiedBy>
  <cp:revision>1</cp:revision>
  <dcterms:created xsi:type="dcterms:W3CDTF">2026-06-11T21:11:50Z</dcterms:created>
  <dcterms:modified xsi:type="dcterms:W3CDTF">2026-06-12T01:08:13Z</dcterms:modified>
</cp:coreProperties>
</file>